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we are not learning pipelines for their own sake. Every step exists because a decision at the end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funnel is the story: a national file, filtered to one service type, then to one catchment.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step they think takes longest. It is usually Transform, not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skipped title rows are a real trap: pandas silently names the columns after row 1 and everything downstream fails oddly.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transferable lesson of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failing case in the notebook if there 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lesson as the Week 2 Companies House step: cache first, call the network only for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for beginners: tests are not bureaucracy, they are how you find out you were wrong before a stakeholder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the room to argue this one. It is a judgement call, not a technical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grain question: what is one row? 'One provider' is the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idea in Week 3 and it fits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Actions catches: secrets, and the runner being thrown away after each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doughnut shape is an artefact of area: an outer ring is simply bigger. Say so before someone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 concentration index: it scores far below the level regulators treat as even moderately concentrated.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proxy caveat matters: the M20 reaches much further in 30 minutes than a lane across the Marsh.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CQC registers an office, not a territory. Say this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Specialisms are self-declared at registration, so they show positioning, not proven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2 is the honest one: we are handing over a hypothesis with a way to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one that earns trust. Do not skip it for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them to change one assumption — the 20-mile ring — and see whether the recommendation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DATA ENGINEERING INTERNSHIP · SEPTEMBER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regulator data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launch decision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four weeks of pipeline work answers one business question for Home Safe, a new home-care provider in Ashford, Kent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Potamsetti · 17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asked of 57,127 rows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around Ashford can a new home-care provider credibly launch — and where is someone already there?”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Safe is a business planning to enter the Kent home-care market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TN23 6LN, Ashford — everything is measured from that one point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Catchment: what a carer can reach in about 30 minutes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comes from public CQC data. No inside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039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57,127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4988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CQC locations in the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36576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38039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14,470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44988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home-care agencies in England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8039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44988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near Ashford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CQC Care Directory, produced 16 September 2026. Contains Care Quality Commission information licensed under the Open Government Licence v3.0.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process in four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042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raw data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in 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93008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24028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3042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it, then add what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missing — here, 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45936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0256" y="2240280"/>
            <a:ext cx="566928" cy="5669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0256" y="23042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so it can 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queried, re-run safely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scheduled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98864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73184" y="2240280"/>
            <a:ext cx="566928" cy="5669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73184" y="23042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473184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73184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boring on its own. Together they turn a file nobody can read into a decision somebody can act 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Extract: get the data, then read it properly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file has four title rows before the real column headings — skip them, or every column is named wrong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everything as text. A postcode is an identifier, not a number: 'CT1 3AA' must never become a float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one service type: 'Homecare agencies' — the competitor set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the postcode areas that could possibly reach Ashford: TN, CT, 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8836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57,127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516368" y="25786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55480" y="173736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46920" y="18836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665208" y="25786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3383280"/>
            <a:ext cx="4069080" cy="1463040"/>
          </a:xfrm>
          <a:prstGeom prst="roundRect">
            <a:avLst>
              <a:gd name="adj" fmla="val 62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0" y="35204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data dictionary — what each column means and whether you can trust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is not 'download the file'. It is knowing exactly what you pulled and what you left behind.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SURPRISE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file did not contain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quality ratings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directory is published under a name that mentions ratings. There is no ratings column in it. We cannot compare competitor quality from this file.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10312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47488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registration dates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060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cannot see who entered the market and when, or how fast providers come and 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031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96528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geography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060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authority here is the county ('Kent'). The CQC API returns districts ('Ashford'). Same regulator, same word, different meaning.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columns you actually have. Never trust the name on the file.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Transform: cleaning is where the bugs live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every postcode: upper case, one space, validated shape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odd — never silently drop a row you do not understand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area (postcode district) each agency sits in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duplicate IDs before anything is counted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64592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945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CT2 8AJ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without its space becomes CT28AJ.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clever pattern reads the area as CT28 — a district that does not exist — and quietly moves a Canterbury agency onto a phantom map pin.</a:t>
            </a: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UK postcode always ends in exactly three characters. Cut those off. Nothing cleverer.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rules are decisions. Write them down, and test them — nobody notices a wrong postcode until the map looks strange.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GEOCODING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Enrich: a postcode is not a location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TN23 6LN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CQC gives 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38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postcodes.io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sign-up,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postcodes per call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99248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38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51.132, 0.867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map and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need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576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 competitor postcodes looked up once, then saved to a cache file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run reads the cache — so the notebook works offline and nobody hammers a free public service during a class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postcodes came back empty: terminated addresses CQC still lists. Recorded as gaps, not quietly dropped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395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means joining to something you did not have. Cache the answer, and always record what failed to match.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Tests: the two bugs that hid in plain 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9842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empty cell is not empty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146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missing value in a spreadsheet column passes an 'is this filled in?' check. The code happily treated blanks as real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205740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9842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not zero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5146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counting a column that is blank everywhere returns 'no answer', not 0. A district with no rated agencies silently showed a gap instead of a zero.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153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910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224528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bugs were found by a test, not by reading the code. Each now has a test of its own, so they cannot come back unnoticed.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with no internet and no API keys — so they run anywhere, every time, in under a second.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Checks that actually stop a bad load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LOAD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860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agency whose provider is missing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95% of rows mapped to coordinates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 that lands outside Great Britain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count swinging more than 20% from last 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029200" cy="260604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84848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RECORDED, BUT LET THROUGH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84848" y="2286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malformed postcodes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outside the expected 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row that could not be mapped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— loaded or blocked — leaves a record of what it checked.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decides which list a check belongs in: is stale data worse than wrong data? For a launch decision, wrong is worse.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Store it so the question stays answerable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60520" y="23317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0" y="24505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agency, as seen on one date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1728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branch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197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72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postcode district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6488" y="1728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monthly snapshot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406908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76488" y="4197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4572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run did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date is part of the key, this month's picture and next month's sit side by side — which is how you see the market moving instead of just its snapshot today.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SAFE RE-RUNS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Run it twice, get the same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naive way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23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rows → 212, then 424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0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counted twice. The map doubles. Nothing warns you — the numbers just quietly become wrong.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8484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 way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that day's rows → 212, then 212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8803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snapshot, insert it again, all in one go. If anything fails halfway, everything is undone — the database is never left half-finished.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runs on a schedule will run twice one day — a retry, a crash, someone pressing the button. Build for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SCHEDULING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A notebook is not a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cannot press 'Run all'. It needs a plain script it can run unattended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reports how it went, so a failure is visible without anyone reading logs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Task Scheduler; Mac and Linux use cron; GitHub Actions runs it in the cloud from any laptop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runs it must run the whole chain — extract, then transform, then load — in order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297680" cy="804672"/>
          </a:xfrm>
          <a:prstGeom prst="roundRect">
            <a:avLst>
              <a:gd name="adj" fmla="val 11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4928" y="195681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24928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19293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743200"/>
            <a:ext cx="4297680" cy="804672"/>
          </a:xfrm>
          <a:prstGeom prst="roundRect">
            <a:avLst>
              <a:gd name="adj" fmla="val 11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4928" y="2916936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24928" y="2962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28895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a check — nothing written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703320"/>
            <a:ext cx="4297680" cy="804672"/>
          </a:xfrm>
          <a:prstGeom prst="roundRect">
            <a:avLst>
              <a:gd name="adj" fmla="val 1136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4928" y="387705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24928" y="3922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38496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— everything undone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script reports back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330952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 would notice the pipeline failing for a week, it is not really scheduled.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Ashford itself is not crowded. Its neighbours are.</a:t>
            </a:r>
            <a:endParaRPr lang="en-US" sz="3200" dirty="0"/>
          </a:p>
        </p:txBody>
      </p:sp>
      <p:pic>
        <p:nvPicPr>
          <p:cNvPr id="4" name="Image 0" descr="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76656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7830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home-care agencies sit within the catchment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41 of them are within 10 miles of TN23 6LN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count comes from Maidstone, Medway and Canterbury, out at the edge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agency 18 miles away competes with you for staff far more than it competes for your client.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runs this market</a:t>
            </a:r>
            <a:endParaRPr lang="en-US" sz="3200" dirty="0"/>
          </a:p>
        </p:txBody>
      </p:sp>
      <p:pic>
        <p:nvPicPr>
          <p:cNvPr id="4" name="Image 0" descr="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37360"/>
            <a:ext cx="557784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83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578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providers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737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83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355848" y="2578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held by the biggest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383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competitor is a single-branch operator. There is no chain to displace — and equally, nothing stopping the next small start-up either.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barriers cut both ways: easy to enter, easy for the next entrant too. Whatever Home Safe builds has to be hard to copy.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·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competitor, plotted</a:t>
            </a:r>
            <a:endParaRPr lang="en-US" sz="3200" dirty="0"/>
          </a:p>
        </p:txBody>
      </p:sp>
      <p:pic>
        <p:nvPicPr>
          <p:cNvPr id="4" name="Image 0" descr="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417320"/>
            <a:ext cx="45720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78308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is Home Safe's base at TN23 6LN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are 5, 10, 15 and 20 miles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towns: Canterbury to the north-east, Maidstone and Medway to the west, Folkestone to the south-east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20-mile ring stands in for a 30-minute drive — it is a proxy, not a drive time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version, where every pin names its provider, is saved alongside the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·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nobody is based</a:t>
            </a:r>
            <a:endParaRPr lang="en-US" sz="3200" dirty="0"/>
          </a:p>
        </p:txBody>
      </p:sp>
      <p:pic>
        <p:nvPicPr>
          <p:cNvPr id="4" name="Image 0" descr="fi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03504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17373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Supply: home-care agencies based in each area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roughly: how many care homes are there — a rough sign of where older people live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Romney Marsh has nine care homes and no home-care agency based there. New Romney has twelve and one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Hythe, the Elham villages and the villages towards Tenterden look similar — all inside 12 miles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040880" y="489204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0" y="4965192"/>
            <a:ext cx="4114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this says no agency is BASED there, not that nobody serves it. A hypothesis to check, not a finding.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·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Competitors all say the same thing</a:t>
            </a:r>
            <a:endParaRPr lang="en-US" sz="3200" dirty="0"/>
          </a:p>
        </p:txBody>
      </p:sp>
      <p:pic>
        <p:nvPicPr>
          <p:cNvPr id="4" name="Image 0" descr="fi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30936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6916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60920" y="18379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79208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older adults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509760" y="16916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0" y="18379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619488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dementia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3291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60920" y="34381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379208" y="41330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learning disability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509760" y="3291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0" y="34381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619488" y="41330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no website at all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48463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'we do dementia care' says nothing a family has not read two hundred times. The thinner specialisms are the defensible ones.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tell Home Safe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0992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18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in Ashford, build the rounds south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7510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Ashford town is contested; the rural belt within 12 miles is 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70992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1618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gap before committing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197510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of calls: the council's provider list, five care homes, two GP practices.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0837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9169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specialism, not a slogan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273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disability, complex or children's work — fewer rivals, better rates.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94436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300837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29169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website as infrastructure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3273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 five competitors have none. Self-funding families search before they phone.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30682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2153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staff travel time first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providers recruit from the same pool. Tight village rounds win; scattered ones lose money.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30682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42153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this monthly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are low both ways. Watch who registers next in the target areas.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7881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not competition for clients. It is staff, travel time and access to council contracts.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cannot tell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registered address is not a service area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'Nobody based there' is not 'nobody serving there'.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9293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council; call providers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straight line is not a drive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motorway reaches further than a country lane in 30 minutes.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953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drive-time 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13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ratings in this file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169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say who is good and who is struggling.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ratings from the CQC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8371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homes stand in for population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93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proxy for where older people live, nothing more.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001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ONS population aged 65+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what you do not know is part of the deliverable. A stakeholder who finds the gap later stops trusting the parts that were right.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062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the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87452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month's file lands.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run one command.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updates.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9319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an analysis and a pipeline.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in the notebook: the code, the 23 tests, the cached coordinates, the map and the write-up.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HomeSafe_Ashford_Market_Analysis.ipynb · September_2026 / Week_4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Safe — from regulator data to a launch decision</dc:title>
  <dc:subject>PptxGenJS Presentation</dc:subject>
  <dc:creator>Venkat Potamsetti</dc:creator>
  <cp:lastModifiedBy>Venkat Potamsetti</cp:lastModifiedBy>
  <cp:revision>1</cp:revision>
  <dcterms:created xsi:type="dcterms:W3CDTF">2026-09-17T18:12:55Z</dcterms:created>
  <dcterms:modified xsi:type="dcterms:W3CDTF">2026-09-17T18:12:55Z</dcterms:modified>
</cp:coreProperties>
</file>